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2194560"/>
            <a:ext cx="6400800" cy="6400800"/>
          </a:xfrm>
          <a:prstGeom prst="ellipse">
            <a:avLst/>
          </a:prstGeom>
          <a:solidFill>
            <a:srgbClr val="2563EB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2011680"/>
            <a:ext cx="4572000" cy="4572000"/>
          </a:xfrm>
          <a:prstGeom prst="ellipse">
            <a:avLst/>
          </a:prstGeom>
          <a:solidFill>
            <a:srgbClr val="0EA5A4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640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40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UQ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53312" y="640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UltraQuote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057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 &amp; QUOTING SOFTWARE  ·  NOW IN PRIVATE BETA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Proposals your clients
</a:t>
            </a:r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60A5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in minutes.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all-in-one platform for any team that sends quotes — build multi-option quotes, write polished proposals with AI, and collect legally-binding e-signatures, without leaving the app.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hello@ultraquote.io   ·   app.ultraquote.io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Quoting is slow, manual, and scattered across tools.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5156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Disconnected tools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5156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spreadsheet for pricing, Word for the proposal, and a third app for signatures — copy-pasted by hand every time.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1188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84048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errors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4048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totals, tax, and discounts mean costly mistakes that slip into client-facing quotes.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66294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62940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Slow turnaround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2940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back-and-forth, printing, and scanning before a deal is signed — momentum lost.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8972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8972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41832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visibility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41832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quote is sent, it disappears into an inbox. No idea if it was opened, let alone won.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lose deals to whoever quotes first — not whoever quotes best.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workflow: catalog → proposal → signature.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UltraQuote replaces the spreadsheet, the Word template, and the signing tool with a single, branded workflow built for how modern teams sell.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3063240"/>
            <a:ext cx="777240" cy="777240"/>
          </a:xfrm>
          <a:prstGeom prst="ellipse">
            <a:avLst/>
          </a:prstGeom>
          <a:solidFill>
            <a:srgbClr val="0EA5A4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430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1430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Multi-option quotes from your product catalog with tiers, setup fees, discounts, tax &amp; margins — calculated instantly.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3063240"/>
            <a:ext cx="777240" cy="777240"/>
          </a:xfrm>
          <a:prstGeom prst="ellipse">
            <a:avLst/>
          </a:prstGeom>
          <a:solidFill>
            <a:srgbClr val="0EA5A4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8006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8006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rich proposal editor with your branding, AI writing assistance, two-column layouts, and embedded live pricing.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3063240"/>
            <a:ext cx="777240" cy="777240"/>
          </a:xfrm>
          <a:prstGeom prst="ellipse">
            <a:avLst/>
          </a:prstGeom>
          <a:solidFill>
            <a:srgbClr val="0EA5A4"/>
          </a:solidFill>
          <a:ln/>
        </p:spPr>
      </p:sp>
      <p:sp>
        <p:nvSpPr>
          <p:cNvPr id="17" name="Text 15"/>
          <p:cNvSpPr/>
          <p:nvPr/>
        </p:nvSpPr>
        <p:spPr>
          <a:xfrm>
            <a:off x="84582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4582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&amp; Win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4582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for e-signature, track status live from sent → viewed → signed, and watch your pipeline on a real dashboard.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you need to quote like a pro.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catalog &amp; tiers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via CSV; price with multiple tiers, setup fees &amp; billing periods.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805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0560" y="1783080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Multi-option scenarios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Good / Better / Best side-by-side; star a recommended pick.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783080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writing assistant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drafts, expands, re-tones &amp; extracts pricing from docs.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264408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Built-in e-signature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+ counter-sign roles, initials, checkboxes — status flips live.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805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80560" y="3264408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brand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7548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accent theme, proposal font, and custom domain. Clients see you.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381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8160" y="3264408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Templates &amp; import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templates; import from Word or Markdown in one click.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229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" y="4745736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30" name="Text 28"/>
          <p:cNvSpPr/>
          <p:nvPr/>
        </p:nvSpPr>
        <p:spPr>
          <a:xfrm>
            <a:off x="10972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Teams &amp; roles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972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Owner/member roles, quote ownership, and live presence indicators.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805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80560" y="4745736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dashboard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7548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value, win rate, expiring quotes, recurring revenue at a glance.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381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38160" y="4745736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38" name="Text 36"/>
          <p:cNvSpPr/>
          <p:nvPr/>
        </p:nvSpPr>
        <p:spPr>
          <a:xfrm>
            <a:off x="84124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Secure by design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4124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isolation, 2FA, password policy &amp; idle auto-logout.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steps from inquiry to signed contract.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5156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quote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products from your catalog, add scenarios, and apply per-line discounts.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4048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the proposal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with AI, drop in live pricing tables, and brand the document.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62940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 for signature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2940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PDF, then send. Client signs online; you counter-sign.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41832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 &amp; win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41832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status flip in real time and manage pipeline on the dashboard.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only pay for documents that get signed.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 are always unlimited. We meter only completed (fully-signed) documents.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20240"/>
            <a:ext cx="2606040" cy="73152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2128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Pay-per-use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26243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signed doc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051560" y="326440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base · pay as you go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51560" y="3630168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(owner)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quotes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commitment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11880" y="192024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11880" y="1920240"/>
            <a:ext cx="2606040" cy="73152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3" name="Text 11"/>
          <p:cNvSpPr/>
          <p:nvPr/>
        </p:nvSpPr>
        <p:spPr>
          <a:xfrm>
            <a:off x="3840480" y="22128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840480" y="26243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$29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3840480" y="326440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signed docs included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40480" y="3630168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· up to 3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+$10/seat (+5 docs)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per extra doc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quotes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0" y="1783080"/>
            <a:ext cx="2606040" cy="38404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629400" y="23134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29400" y="27249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$79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629400" y="336499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signed docs included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3730752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users · up to 10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+$10/seat (+5 docs)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per extra doc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Starter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89720" y="192024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89720" y="1920240"/>
            <a:ext cx="2606040" cy="73152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25" name="Text 23"/>
          <p:cNvSpPr/>
          <p:nvPr/>
        </p:nvSpPr>
        <p:spPr>
          <a:xfrm>
            <a:off x="9418320" y="22128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Ultra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418320" y="26243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$159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9418320" y="326440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signed docs included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418320" y="3630168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users included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per extra doc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per-doc rate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Team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$3 per completed document beyond your plan's monthly included docs — any plan, never a hard cap. Annual billing (~2 months free). Pricing is being finalized during beta — contact hello@ultraquote.io.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1D4ED8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-2743200"/>
            <a:ext cx="6400800" cy="6400800"/>
          </a:xfrm>
          <a:prstGeom prst="ellipse">
            <a:avLst/>
          </a:prstGeom>
          <a:solidFill>
            <a:srgbClr val="0EA5A4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315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31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UQ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53312" y="731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UltraQuote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to send proposals that close?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teams building faster, more professional quotes with UltraQuote.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F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in private beta — request your early-access invite.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5120640"/>
            <a:ext cx="31089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5120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access  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hello@ultraquote.io     ·     app.ultraquote.io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UltraQuote — Proposals &amp; Quoting for MSPs</dc:title>
  <dc:subject>PptxGenJS Presentation</dc:subject>
  <dc:creator>UltraQuote</dc:creator>
  <cp:lastModifiedBy>UltraQuote</cp:lastModifiedBy>
  <cp:revision>1</cp:revision>
  <dcterms:created xsi:type="dcterms:W3CDTF">2026-06-22T01:09:57Z</dcterms:created>
  <dcterms:modified xsi:type="dcterms:W3CDTF">2026-06-22T01:09:57Z</dcterms:modified>
</cp:coreProperties>
</file>