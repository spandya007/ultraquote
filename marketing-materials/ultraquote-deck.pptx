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194560"/>
            <a:ext cx="6400800" cy="6400800"/>
          </a:xfrm>
          <a:prstGeom prst="ellipse">
            <a:avLst/>
          </a:prstGeom>
          <a:solidFill>
            <a:srgbClr val="2563EB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2011680"/>
            <a:ext cx="4572000" cy="4572000"/>
          </a:xfrm>
          <a:prstGeom prst="ellipse">
            <a:avLst/>
          </a:prstGeom>
          <a:solidFill>
            <a:srgbClr val="0EA5A4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640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40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UQ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640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UltraQuote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057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 &amp; QUOTING SOFTWARE  ·  NOW IN PRIVATE BETA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Proposals your clients
</a:t>
            </a:r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60A5F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in minutes.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all-in-one platform for any team that sends quotes — build multi-option quotes, let AI draft polished proposals in your brand voice, and collect legally-binding e-signatures — for one team or a whole organization.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hello@ultraquote.io   ·   app.ultraquote.io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Quoting is slow, manual, and scattered across tools.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515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Disconnected tools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spreadsheet for pricing, Word for the proposal, and a third app for signatures — copy-pasted by hand every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1188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84048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errors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4048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totals, tax, and discounts mean costly mistakes that slip into client-facing quotes.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6294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turnaround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2940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back-and-forth, printing, and scanning before a deal is signed — momentum lost.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8972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972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41832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41832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quote is sent, it disappears into an inbox. No idea if it was opened, let alone won.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lose deals to whoever quotes first — not whoever quotes best.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workflow: catalog → proposal → signature.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UltraQuote replaces the spreadsheet, the Word template, and the signing tool with a single, branded workflow built for how modern teams sell.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3063240"/>
            <a:ext cx="777240" cy="777240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430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1430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Multi-option quotes from your product catalog with tiers, setup fees, discounts, tax &amp; margins — calculated instantly.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3063240"/>
            <a:ext cx="777240" cy="777240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006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8006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the whole proposal from your quote, in your brand voice — in a rich editor with your branding, two-column layouts, and live pricing.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3063240"/>
            <a:ext cx="777240" cy="777240"/>
          </a:xfrm>
          <a:prstGeom prst="ellipse">
            <a:avLst/>
          </a:prstGeom>
          <a:solidFill>
            <a:srgbClr val="0EA5A4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&amp; Win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582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for e-signature, track status live from sent → viewed → signed, and watch your pipeline on a real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you need to quote like a pro.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catalog &amp; tiers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via CSV; price with multiple tiers, setup fees &amp; billing periods.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1783080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Multi-option scenarios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Good / Better / Best side-by-side; star a recommended pick.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783080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proposal drafting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full proposal from your quote in your brand voice; edit the outline. Plus inline Ask AI.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264408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e-signature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+ counter-sign roles, initials, checkboxes — status flips live.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805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80560" y="3264408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548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accent theme, proposal font, and custom domain. Clients see you.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381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3264408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Templates &amp; import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templates; import from Word or Markdown in one click.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229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" y="4745736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0" name="Text 28"/>
          <p:cNvSpPr/>
          <p:nvPr/>
        </p:nvSpPr>
        <p:spPr>
          <a:xfrm>
            <a:off x="10972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Teams, roles &amp; orgs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972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Owner/member roles, quote ownership, presence — and multi-workspace Organizations.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805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80560" y="4745736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dashboard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7548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value, win rate, expiring quotes, recurring revenue at a glance.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381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38160" y="4745736"/>
            <a:ext cx="82296" cy="1325880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Secure by design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4124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isolation, 2FA, password policy &amp; idle auto-logout.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F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· AI PROPOSAL DRAFTING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draft the whole proposal — in your voice.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your quote's own services, pricing, and client — the AI never invents numbers, and you review every word before it's inserted.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14600"/>
            <a:ext cx="3383280" cy="82296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Intake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7899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style — tone, length, emphasis. Optionally reference a past proposal to match.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06240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2628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514600"/>
            <a:ext cx="3383280" cy="82296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2" name="Text 10"/>
          <p:cNvSpPr/>
          <p:nvPr/>
        </p:nvSpPr>
        <p:spPr>
          <a:xfrm>
            <a:off x="478231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Outline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8231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 a section outline tailored to the deal. Rename, reorder, add, or remove.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909560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A5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22960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2514600"/>
            <a:ext cx="3383280" cy="82296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Draft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 every section in your brand voice, ending with an e-sign call to action.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617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as your business — your Proposal Voice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63640" y="4617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your private Client Notes to target pain points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22960" y="509320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pricing scenarios directly — no re-keying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263640" y="509320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&amp; edit before anything is inserted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" y="57150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inline “Ask AI” to improve, expand, shorten, or re-tone any selection.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 from inquiry to signed contract.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5156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quote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products from your catalog, add scenarios, and apply per-line discounts.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4048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proposal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draft it in your brand voice; drop in live pricing; brand it.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62940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 for signature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2940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PDF, then send. Client signs online; you counter-sign.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41832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&amp; win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41832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status flip in real time and manage pipeline on the dashboard.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only pay for documents that get signed.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 are always unlimited. We meter only completed (fully-signed) documents.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20240"/>
            <a:ext cx="260604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2128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Pay-per-use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51560" y="2624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signed doc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51560" y="326440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base · pay as you go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051560" y="363016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(owner)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quotes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commitment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11880" y="192024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11880" y="1920240"/>
            <a:ext cx="260604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13" name="Text 11"/>
          <p:cNvSpPr/>
          <p:nvPr/>
        </p:nvSpPr>
        <p:spPr>
          <a:xfrm>
            <a:off x="3840480" y="22128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840480" y="2624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$29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3840480" y="326440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signed docs included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840480" y="363016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· up to 3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+$10/seat (+5 docs)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per extra doc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quotes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0" y="1783080"/>
            <a:ext cx="2606040" cy="384048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1965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29400" y="23134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29400" y="27249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$79</a:t>
            </a:r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629400" y="33649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signed docs included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29400" y="3730752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users · up to 10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+$10/seat (+5 docs)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per extra doc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Starter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189720" y="1920240"/>
            <a:ext cx="260604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89720" y="1920240"/>
            <a:ext cx="2606040" cy="73152"/>
          </a:xfrm>
          <a:prstGeom prst="rect">
            <a:avLst/>
          </a:prstGeom>
          <a:solidFill>
            <a:srgbClr val="0EA5A4"/>
          </a:solidFill>
          <a:ln/>
        </p:spPr>
      </p:sp>
      <p:sp>
        <p:nvSpPr>
          <p:cNvPr id="25" name="Text 23"/>
          <p:cNvSpPr/>
          <p:nvPr/>
        </p:nvSpPr>
        <p:spPr>
          <a:xfrm>
            <a:off x="9418320" y="22128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Ultra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418320" y="262432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$159</a:t>
            </a:r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9418320" y="326440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5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signed docs included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418320" y="3630168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users included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per extra doc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per-doc rate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✓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Team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$3 per completed document beyond your plan's monthly included docs — any plan, never a hard cap. Annual billing (~2 months free). Pricing is being finalized during beta — contact hello@ultraquote.io.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1D4ED8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2743200"/>
            <a:ext cx="6400800" cy="6400800"/>
          </a:xfrm>
          <a:prstGeom prst="ellipse">
            <a:avLst/>
          </a:prstGeom>
          <a:solidFill>
            <a:srgbClr val="0EA5A4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UQ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731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UltraQuote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to send proposals that close?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F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teams building faster, more professional quotes with UltraQuote.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F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 private beta — request your early-access invite.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512064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5120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access  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FF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hello@ultraquote.io     ·     app.ultraquote.io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UltraQuote — Proposals &amp; Quoting Software</dc:title>
  <dc:subject>PptxGenJS Presentation</dc:subject>
  <dc:creator>UltraQuote</dc:creator>
  <cp:lastModifiedBy>UltraQuote</cp:lastModifiedBy>
  <cp:revision>1</cp:revision>
  <dcterms:created xsi:type="dcterms:W3CDTF">2026-07-03T00:57:42Z</dcterms:created>
  <dcterms:modified xsi:type="dcterms:W3CDTF">2026-07-03T00:57:42Z</dcterms:modified>
</cp:coreProperties>
</file>