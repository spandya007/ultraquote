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194560"/>
            <a:ext cx="6400800" cy="6400800"/>
          </a:xfrm>
          <a:prstGeom prst="ellipse">
            <a:avLst/>
          </a:prstGeom>
          <a:solidFill>
            <a:srgbClr val="4D7C0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2011680"/>
            <a:ext cx="4572000" cy="4572000"/>
          </a:xfrm>
          <a:prstGeom prst="ellipse">
            <a:avLst/>
          </a:prstGeom>
          <a:solidFill>
            <a:srgbClr val="65A30D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40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D7C0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640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53312" y="640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SmartProps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2057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9D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PROPOSALS &amp; PRICING SOFTWARE  ·  NOW IN PRIVATE BETA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Proposals your clients
</a:t>
            </a:r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8FC2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 in minutes.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868680" y="448056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all-in-one platform for any team that sends proposals — build multi-option pricing, let AI draft polished proposals in your brand voice, and collect legally-binding e-signatures — for one team or a whole organization.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hello@smartprops.io   ·   app.smartprops.io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6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proposals is slow, manual, and scattered across tools.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260604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48840"/>
            <a:ext cx="2606040" cy="8229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51560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Disconnected tools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51560" y="37033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spreadsheet for pricing, Word for the proposal, and a third app for signatures — copy-pasted by hand every time.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11880" y="2148840"/>
            <a:ext cx="260604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1880" y="2148840"/>
            <a:ext cx="2606040" cy="8229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840480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errors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840480" y="37033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totals, tax, and discounts mean costly mistakes that slip into client-facing proposals.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0" y="2148840"/>
            <a:ext cx="260604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2148840"/>
            <a:ext cx="2606040" cy="8229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629400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Slow turnaround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629400" y="37033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back-and-forth, printing, and scanning before a deal is signed — momentum lost.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89720" y="2148840"/>
            <a:ext cx="260604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89720" y="2148840"/>
            <a:ext cx="2606040" cy="8229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941832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418320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visibility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418320" y="37033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proposal is sent, it disappears into an inbox. No idea if it was opened, let alone won.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D6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lose deals to whoever responds first — not whoever proposes best.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8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6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workflow: catalog → proposal → signature.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SmartProps replaces the spreadsheet, the Word template, and the signing tool with a single, branded workflow built for how modern teams sell.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34290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3063240"/>
            <a:ext cx="777240" cy="777240"/>
          </a:xfrm>
          <a:prstGeom prst="ellipse">
            <a:avLst/>
          </a:prstGeom>
          <a:solidFill>
            <a:srgbClr val="65A30D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063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3000" y="4023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143000" y="45262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Multi-option pricing from your product catalog with tiers, setup fees, discounts, tax &amp; margins — calculated instantly.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80560" y="2743200"/>
            <a:ext cx="34290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3063240"/>
            <a:ext cx="777240" cy="777240"/>
          </a:xfrm>
          <a:prstGeom prst="ellipse">
            <a:avLst/>
          </a:prstGeom>
          <a:solidFill>
            <a:srgbClr val="65A30D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3063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800600" y="4023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800600" y="45262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the whole proposal from your pricing, in your brand voice — in a rich editor with your branding, two-column layouts, and live pricing.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2743200"/>
            <a:ext cx="34290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3063240"/>
            <a:ext cx="777240" cy="777240"/>
          </a:xfrm>
          <a:prstGeom prst="ellipse">
            <a:avLst/>
          </a:prstGeom>
          <a:solidFill>
            <a:srgbClr val="65A30D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3063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458200" y="4023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 &amp; Win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458200" y="45262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for e-signature, track status live from sent → viewed → signed, and watch your pipeline on a real dashboard.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6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you need to propose like a pro.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34747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82296" cy="1325880"/>
          </a:xfrm>
          <a:prstGeom prst="rect">
            <a:avLst/>
          </a:prstGeom>
          <a:solidFill>
            <a:srgbClr val="65A30D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9476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catalog &amp; tiers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235000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via CSV; price with multiple tiers, setup fees &amp; billing periods.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80560" y="1783080"/>
            <a:ext cx="34747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783080"/>
            <a:ext cx="82296" cy="1325880"/>
          </a:xfrm>
          <a:prstGeom prst="rect">
            <a:avLst/>
          </a:prstGeom>
          <a:solidFill>
            <a:srgbClr val="65A30D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9476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Multi-option scenarios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235000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Good / Better / Best side-by-side; star a recommended pick.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783080"/>
            <a:ext cx="34747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783080"/>
            <a:ext cx="82296" cy="1325880"/>
          </a:xfrm>
          <a:prstGeom prst="rect">
            <a:avLst/>
          </a:prstGeom>
          <a:solidFill>
            <a:srgbClr val="65A30D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19476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proposal drafting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0" y="235000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 full proposal from your pricing in your brand voice; edit the outline. Plus inline Ask AI.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3264408"/>
            <a:ext cx="34747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264408"/>
            <a:ext cx="82296" cy="1325880"/>
          </a:xfrm>
          <a:prstGeom prst="rect">
            <a:avLst/>
          </a:prstGeom>
          <a:solidFill>
            <a:srgbClr val="65A30D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3429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Built-in e-signature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3831336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+ counter-sign roles, initials, checkboxes — status flips live.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480560" y="3264408"/>
            <a:ext cx="34747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80560" y="3264408"/>
            <a:ext cx="82296" cy="1325880"/>
          </a:xfrm>
          <a:prstGeom prst="rect">
            <a:avLst/>
          </a:prstGeom>
          <a:solidFill>
            <a:srgbClr val="65A30D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3429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brand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54880" y="3831336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accent theme, proposal font, and custom domain. Clients see you.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38160" y="3264408"/>
            <a:ext cx="34747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3264408"/>
            <a:ext cx="82296" cy="1325880"/>
          </a:xfrm>
          <a:prstGeom prst="rect">
            <a:avLst/>
          </a:prstGeom>
          <a:solidFill>
            <a:srgbClr val="65A30D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0" y="3429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Templates &amp; import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12480" y="3831336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templates; import from Word or Markdown in one click.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22960" y="4745736"/>
            <a:ext cx="34747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4745736"/>
            <a:ext cx="82296" cy="1325880"/>
          </a:xfrm>
          <a:prstGeom prst="rect">
            <a:avLst/>
          </a:prstGeom>
          <a:solidFill>
            <a:srgbClr val="65A30D"/>
          </a:solidFill>
          <a:ln/>
        </p:spPr>
      </p:sp>
      <p:sp>
        <p:nvSpPr>
          <p:cNvPr id="30" name="Text 28"/>
          <p:cNvSpPr/>
          <p:nvPr/>
        </p:nvSpPr>
        <p:spPr>
          <a:xfrm>
            <a:off x="1097280" y="49103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Teams, roles &amp; orgs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97280" y="531266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Owner/member roles, proposal ownership, presence — and multi-workspace Organizations.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480560" y="4745736"/>
            <a:ext cx="34747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80560" y="4745736"/>
            <a:ext cx="82296" cy="1325880"/>
          </a:xfrm>
          <a:prstGeom prst="rect">
            <a:avLst/>
          </a:prstGeom>
          <a:solidFill>
            <a:srgbClr val="65A30D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49103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dashboard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754880" y="531266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value, win rate, expiring proposals, recurring revenue at a glance.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138160" y="4745736"/>
            <a:ext cx="34747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38160" y="4745736"/>
            <a:ext cx="82296" cy="1325880"/>
          </a:xfrm>
          <a:prstGeom prst="rect">
            <a:avLst/>
          </a:prstGeom>
          <a:solidFill>
            <a:srgbClr val="65A30D"/>
          </a:solidFill>
          <a:ln/>
        </p:spPr>
      </p:sp>
      <p:sp>
        <p:nvSpPr>
          <p:cNvPr id="38" name="Text 36"/>
          <p:cNvSpPr/>
          <p:nvPr/>
        </p:nvSpPr>
        <p:spPr>
          <a:xfrm>
            <a:off x="8412480" y="49103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 by design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412480" y="531266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isolation, 2FA, password policy &amp; idle auto-logout.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8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6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· AI PROPOSAL DRAFTING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AI draft the whole proposal — in your voice.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your own services, pricing, and client — the AI never invents numbers, and you review every word before it's inserted.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33832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14600"/>
            <a:ext cx="3383280" cy="82296"/>
          </a:xfrm>
          <a:prstGeom prst="rect">
            <a:avLst/>
          </a:prstGeom>
          <a:solidFill>
            <a:srgbClr val="65A30D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743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64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Intake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78992" y="32004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style — tone, length, emphasis. Optionally reference a past proposal to match.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206240" y="315468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26280" y="2514600"/>
            <a:ext cx="33832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2514600"/>
            <a:ext cx="3383280" cy="82296"/>
          </a:xfrm>
          <a:prstGeom prst="rect">
            <a:avLst/>
          </a:prstGeom>
          <a:solidFill>
            <a:srgbClr val="65A30D"/>
          </a:solidFill>
          <a:ln/>
        </p:spPr>
      </p:sp>
      <p:sp>
        <p:nvSpPr>
          <p:cNvPr id="12" name="Text 10"/>
          <p:cNvSpPr/>
          <p:nvPr/>
        </p:nvSpPr>
        <p:spPr>
          <a:xfrm>
            <a:off x="4782312" y="2743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64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Outline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82312" y="32004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 a section outline tailored to the deal. Rename, reorder, add, or remove.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909560" y="315468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229600" y="2514600"/>
            <a:ext cx="33832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0" y="2514600"/>
            <a:ext cx="3383280" cy="82296"/>
          </a:xfrm>
          <a:prstGeom prst="rect">
            <a:avLst/>
          </a:prstGeom>
          <a:solidFill>
            <a:srgbClr val="65A30D"/>
          </a:solidFill>
          <a:ln/>
        </p:spPr>
      </p:sp>
      <p:sp>
        <p:nvSpPr>
          <p:cNvPr id="17" name="Text 15"/>
          <p:cNvSpPr/>
          <p:nvPr/>
        </p:nvSpPr>
        <p:spPr>
          <a:xfrm>
            <a:off x="8485632" y="2743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64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Draft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85632" y="32004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writes every section in your brand voice, ending with an e-sign call to action.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46177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D7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as your business — your Proposal Voice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263640" y="46177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D7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your private Client Notes to target pain points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2960" y="509320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D7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pricing scenarios directly — no re-keying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263640" y="509320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D7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&amp; edit before anything is inserted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22960" y="57150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6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inline “Ask AI” to improve, expand, shorten, or re-tone any selection.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6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steps from inquiry to signed contract.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2606040" cy="2651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651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5156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pricing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40233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products from your catalog, add scenarios, and apply per-line discounts.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11880" y="2468880"/>
            <a:ext cx="2606040" cy="2651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2651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84048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the proposal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40480" y="40233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AI draft it in your brand voice; drop in live pricing; brand it.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2468880"/>
            <a:ext cx="2606040" cy="2651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2651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62940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Send for signature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29400" y="40233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the PDF, then send. Client signs online; you counter-sign.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89720" y="2468880"/>
            <a:ext cx="2606040" cy="2651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0" y="2651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41832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 &amp; win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418320" y="40233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status flip in real time and manage pipeline on the dashboard.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D7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6400800" cy="6400800"/>
          </a:xfrm>
          <a:prstGeom prst="ellipse">
            <a:avLst/>
          </a:prstGeom>
          <a:solidFill>
            <a:srgbClr val="3D640D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-2743200"/>
            <a:ext cx="6400800" cy="6400800"/>
          </a:xfrm>
          <a:prstGeom prst="ellipse">
            <a:avLst/>
          </a:prstGeom>
          <a:solidFill>
            <a:srgbClr val="65A30D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731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D7C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53312" y="731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SmartProps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send proposals that close?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68680" y="39319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teams building faster, more professional proposals with SmartProps.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2F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in private beta — request your early-access invite.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68680" y="5120640"/>
            <a:ext cx="31089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51206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6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access  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hello@smartprops.io     ·     app.smartprops.io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SmartProps — Proposals &amp; Pricing Software</dc:title>
  <dc:subject>PptxGenJS Presentation</dc:subject>
  <dc:creator>SmartProps</dc:creator>
  <cp:lastModifiedBy>SmartProps</cp:lastModifiedBy>
  <cp:revision>1</cp:revision>
  <dcterms:created xsi:type="dcterms:W3CDTF">2026-07-22T19:24:19Z</dcterms:created>
  <dcterms:modified xsi:type="dcterms:W3CDTF">2026-07-22T19:24:19Z</dcterms:modified>
</cp:coreProperties>
</file>